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02920" cy="50292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Юридическое сопровождение бизнеса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9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Комплексная правовая защита для вашего бизнеса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И КОММУНИКАЦИИ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64592"/>
            <a:ext cx="347472" cy="34747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какими рисками сталкивается ваш бизнес?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743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508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Трудовые конфликты с сотрудниками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743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508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Споры с контрагентами и партнёрами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2743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508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Налоговые претензии и проверки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2743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Угроза банкротства или взыскания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743200"/>
            <a:ext cx="2743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Корпоративные конфликты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2743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Правовая неопределённость в договорах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C1A18"/>
          </a:solidFill>
          <a:ln w="12700">
            <a:solidFill>
              <a:srgbClr val="1C1A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0" y="18288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9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ОФИСА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юридический партнёр в сложных ситуациях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0"/>
            <a:ext cx="82296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работаем там, где нужна не формальная консультация, а глубокое понимание конфликта, надёжная правовая защита и стратегия, ведущая к прочному результату.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Честность · Стратегия · Результат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входит в юридическое сопровождение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743200" cy="1280160"/>
          </a:xfrm>
          <a:prstGeom prst="roundRect">
            <a:avLst>
              <a:gd name="adj" fmla="val 3571"/>
            </a:avLst>
          </a:prstGeom>
          <a:solidFill>
            <a:srgbClr val="2B242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09728" cy="109728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Правовой аудит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743200" cy="1280160"/>
          </a:xfrm>
          <a:prstGeom prst="roundRect">
            <a:avLst>
              <a:gd name="adj" fmla="val 3571"/>
            </a:avLst>
          </a:prstGeom>
          <a:solidFill>
            <a:srgbClr val="2B2420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1371600"/>
            <a:ext cx="109728" cy="109728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Договорная работа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743200" cy="1280160"/>
          </a:xfrm>
          <a:prstGeom prst="roundRect">
            <a:avLst>
              <a:gd name="adj" fmla="val 3571"/>
            </a:avLst>
          </a:prstGeom>
          <a:solidFill>
            <a:srgbClr val="2B2420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371600"/>
            <a:ext cx="109728" cy="109728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Корпоративные споры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2743200" cy="1280160"/>
          </a:xfrm>
          <a:prstGeom prst="roundRect">
            <a:avLst>
              <a:gd name="adj" fmla="val 3571"/>
            </a:avLst>
          </a:prstGeom>
          <a:solidFill>
            <a:srgbClr val="2B242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34640"/>
            <a:ext cx="109728" cy="109728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Трудовые вопросы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0" y="2651760"/>
            <a:ext cx="2743200" cy="1280160"/>
          </a:xfrm>
          <a:prstGeom prst="roundRect">
            <a:avLst>
              <a:gd name="adj" fmla="val 3571"/>
            </a:avLst>
          </a:prstGeom>
          <a:solidFill>
            <a:srgbClr val="2B2420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3280" y="2834640"/>
            <a:ext cx="109728" cy="109728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Взыскание долгов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2743200" cy="1280160"/>
          </a:xfrm>
          <a:prstGeom prst="roundRect">
            <a:avLst>
              <a:gd name="adj" fmla="val 3571"/>
            </a:avLst>
          </a:prstGeom>
          <a:solidFill>
            <a:srgbClr val="2B2420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2834640"/>
            <a:ext cx="109728" cy="109728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Антикризисная защита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работаем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554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5176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554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554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800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1C1A18"/>
          </a:solidFill>
          <a:ln w="12700">
            <a:solidFill>
              <a:srgbClr val="1C1A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18288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9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РУКОПОЖАТИЕ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выбирают нас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6576" cy="4572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 оценка — без завышенных обещаний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75688"/>
            <a:ext cx="36576" cy="4572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Нестандартные юридически чистые решения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035808"/>
            <a:ext cx="36576" cy="4572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Комплексный подход: право + переговоры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995928"/>
            <a:ext cx="36576" cy="4572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86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на долгосрочный результат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ky Oolong\Desktop\рик\преза юр сопр\img_stamp.jp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rcRect l="0" r="0" t="0" b="0"/>
          <a:stretch/>
        </p:blipFill>
        <p:spPr>
          <a:xfrm>
            <a:off x="274320" y="731520"/>
            <a:ext cx="310896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1920" y="2560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Наши принципы работы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31920" y="1005840"/>
            <a:ext cx="347472" cy="347472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3192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434840" y="9601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понять суть конфликта — потом выбирать инструмент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931920" y="1810512"/>
            <a:ext cx="347472" cy="347472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34840" y="17647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Строить стратегию на правовом расчёте, а не на эмоции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931920" y="2615184"/>
            <a:ext cx="347472" cy="347472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434840" y="25694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Применять нестандартные решения, если они усиливают позицию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931920" y="3419856"/>
            <a:ext cx="347472" cy="347472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34840" y="33741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Ориентироваться на устойчивый результат, а не разовый эффект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931920" y="4224528"/>
            <a:ext cx="347472" cy="347472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434840" y="41788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Уважать человека и реальную цену каждого конфликта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Сопровождение компаний — что вы получаете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8B6914">
              <a:alpha val="50000"/>
            </a:srgbClr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Юридическое сопровождение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Проверка и составление договоров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Защита при налоговых проверках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Представительство в судах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Корпоративное структурирование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Работа с персоналом и трудовые споры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Претензионная и исполнительная работа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27432" cy="3749040"/>
          </a:xfrm>
          <a:prstGeom prst="rect">
            <a:avLst/>
          </a:prstGeom>
          <a:solidFill>
            <a:srgbClr val="8B6914">
              <a:alpha val="40000"/>
            </a:srgbClr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Бухгалтерское сопровождение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Ведение первичной документации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Формирование и сдача отчётности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Расчёт и оптимизация налогов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Расчёт заработной платы и выплат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Взаимодействие с ФНС и фондами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566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Консультации главного бухгалтера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И КОММУНИКАЦИИ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828800" y="19202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 обсудить юридическое сопровождение вашего бизнеса?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60520" y="3337560"/>
            <a:ext cx="82296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3456432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консультация — бесплатно. Обсудим вашу ситуацию и предложим решение.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9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Санкт-Петербург  ·  reshenie-i-kommunikatsii.ru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2026-06-22T14:46:40Z</dcterms:created>
  <dcterms:modified xsi:type="dcterms:W3CDTF">2026-06-22T14:46:40Z</dcterms:modified>
</cp:coreProperties>
</file>